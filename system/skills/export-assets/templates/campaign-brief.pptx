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09728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0E0E0E"/>
                </a:solidFill>
                <a:latin typeface="Georgia"/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45A2E"/>
                </a:solidFill>
                <a:latin typeface="Georgia"/>
              </a:rPr>
              <a:t>Campaign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67E"/>
                </a:solidFill>
                <a:latin typeface="Inter"/>
              </a:rPr>
              <a:t>{{AUTHOR}}  · 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5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4F1EC"/>
                </a:solidFill>
                <a:latin typeface="Georgia"/>
              </a:rPr>
              <a:t>Section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1EC"/>
                </a:solidFill>
                <a:latin typeface="Inter"/>
              </a:rPr>
              <a:t>(layout: section_divider)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88720"/>
            <a:ext cx="54864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0E0E"/>
                </a:solidFill>
                <a:latin typeface="Georgia"/>
              </a:rP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E0E0E"/>
                </a:solidFill>
                <a:latin typeface="Inter"/>
              </a:rPr>
              <a:t>Body content goes here. Bullet lists, short paragraphs, or key takeaways. Aim for ~6 lines max per slide.
•  First bullet point — concise statement
•  Second bullet point — supporting evidence
•  Third bullet point — implication or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content)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88720"/>
            <a:ext cx="54864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0E0E"/>
                </a:solidFill>
                <a:latin typeface="Georgia"/>
              </a:rPr>
              <a:t>Two column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45A2E"/>
                </a:solidFill>
                <a:latin typeface="Georgia"/>
              </a:rPr>
              <a:t>Left column heading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Left column body content. Paragraph or bullet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45A2E"/>
                </a:solidFill>
                <a:latin typeface="Georgia"/>
              </a:rPr>
              <a:t>Right column heading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Right column body content. Paragraph or bullet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two_column)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45A2E"/>
                </a:solidFill>
                <a:latin typeface="Georgia"/>
              </a:rPr>
              <a:t>"A pull-quote sized for impact — use sparingly."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—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callout_quote)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88720"/>
            <a:ext cx="54864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0E0E"/>
                </a:solidFill>
                <a:latin typeface="Georgia"/>
              </a:rPr>
              <a:t>Decision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Optional context paragraph framing the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1EC"/>
                </a:solidFill>
                <a:latin typeface="Georgia"/>
              </a:rPr>
              <a:t>CTA: the single action requested of the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closing)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